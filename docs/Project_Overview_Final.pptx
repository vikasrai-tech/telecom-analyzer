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807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0B4D8"/>
                </a:solidFill>
              </a:rPr>
              <a:t>Unified Telecom Analyzer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FFFFFF"/>
                </a:solidFill>
              </a:rPr>
              <a:t>End-to-End 5G Network Anomaly Detection &amp; LLM Explanation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2DC653"/>
                </a:solidFill>
              </a:rPr>
              <a:t>✅ 6 Protocols  ✅ 6 PCAP Detectors  ✅ 6 KPI Detectors  ✅ RAG + LLM  ✅ REST API  ✅ 20 Tests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AAAAAA"/>
                </a:solidFill>
              </a:rPr>
              <a:t>Python · pyshark · scikit-learn · PyTorch · FAISS · Ollama · Streamlit · FastAPI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B4D8"/>
                </a:solidFill>
              </a:rPr>
              <a:t>🏗️ 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3152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00B4D8"/>
                </a:solidFill>
              </a:rPr>
              <a:t>INPUT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</a:rPr>
              <a:t>PCAP (pyshark/scapy)  ·  KPI Excel / 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50876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2DC653"/>
                </a:solidFill>
              </a:rPr>
              <a:t>PARSING LAYER  — TS 24.501 / 38.413 / 38.331 / 38.473 / 38.463 / 38.423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783080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</a:rPr>
              <a:t>NAS  ·  NGAP  ·  RRC  ·  F1AP  ·  E1AP  ·  XnAP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4688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F9400"/>
                </a:solidFill>
              </a:rPr>
              <a:t>DETECTION LAYER  (PCAP: 6 detectors | KPI: 6 methods)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743200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</a:rPr>
              <a:t>Isolation Forest  ·  Statistical  ·  OC-SVM  ·  LOF  ·  Elliptic Env.  ·  LSTM-AE  ·  Threshold  ·  Peer Comparison  ·  Trend  ·  IQR  ·  CUSUM  ·  Bollinger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342900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A060FF"/>
                </a:solidFill>
              </a:rPr>
              <a:t>RAG + LLM LAYER  — 3GPP spec chunks + Ollama (phi3:mini)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703320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</a:rPr>
              <a:t>FAISS index  ·  MiniLM embeddings  ·  Rule-based fallback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25196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F4D9F"/>
                </a:solidFill>
              </a:rPr>
              <a:t>OUTPUT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4526280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</a:rPr>
              <a:t>Streamlit Dashboard  ·  FastAPI REST API  ·  CLI Pipeline Runner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B4D8"/>
                </a:solidFill>
              </a:rPr>
              <a:t>📡  Parsed 3GPP Protocols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229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DC653"/>
                </a:solidFill>
              </a:rPr>
              <a:t>NAS — TS 24.501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51760" y="822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</a:rPr>
              <a:t>Registration · Auth · Security Mode · PDU Session · Deregistration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82296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AAAAA"/>
                </a:solidFill>
              </a:rPr>
              <a:t>AMF ↔ UE  (N1)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DC653"/>
                </a:solidFill>
              </a:rPr>
              <a:t>NGAP — TS 38.413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5087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</a:rPr>
              <a:t>InitialContextSetup · PDUSession Setup/Release · UEContextRelease · Handover · Paging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50876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AAAAA"/>
                </a:solidFill>
              </a:rPr>
              <a:t>gNB-CU ↔ AMF  (N2)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1945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DC653"/>
                </a:solidFill>
              </a:rPr>
              <a:t>RRC — TS 38.331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1945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</a:rPr>
              <a:t>Setup · Reestablishment · Reconfiguration · Release · UE Capability · Measurement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19456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AAAAA"/>
                </a:solidFill>
              </a:rPr>
              <a:t>UE ↔ gNB  (Uu)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8803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DC653"/>
                </a:solidFill>
              </a:rPr>
              <a:t>F1AP — TS 38.473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8803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</a:rPr>
              <a:t>F1 Setup · UE Context Setup/Release · DL/UL RRC Transfer · Initial UL RRC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288036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AAAAA"/>
                </a:solidFill>
              </a:rPr>
              <a:t>gNB-DU ↔ gNB-CU-CP  (F1)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35661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DC653"/>
                </a:solidFill>
              </a:rPr>
              <a:t>E1AP — TS 38.463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35661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</a:rPr>
              <a:t>CU-UP Setup · Bearer Context Setup/Modify/Release · Data Notification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356616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AAAAA"/>
                </a:solidFill>
              </a:rPr>
              <a:t>gNB-CU-CP ↔ gNB-CU-UP  (E1)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2519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DC653"/>
                </a:solidFill>
              </a:rPr>
              <a:t>XnAP — TS 38.423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4251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</a:rPr>
              <a:t>Xn Setup · Handover Request · UE Context Release · SN Addition (MR-DC)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425196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AAAAA"/>
                </a:solidFill>
              </a:rPr>
              <a:t>gNB ↔ gNB  (Xn)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B4D8"/>
                </a:solidFill>
              </a:rPr>
              <a:t>⚠️  PCAP Anomaly Detection — 6-Detector Ensemble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77240"/>
            <a:ext cx="228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B4D8"/>
                </a:solidFill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Isolation Forest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777240"/>
            <a:ext cx="1371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9400"/>
                </a:solidFill>
              </a:rPr>
              <a:t>Unsupervised / tree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77724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AAAAAA"/>
                </a:solidFill>
              </a:rPr>
              <a:t>Anomalies isolate in fewer tree splits. No distribution assumption. O(n log n). Handles 5G's &gt;99% normal rate.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371600"/>
            <a:ext cx="228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B4D8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Statistical (Threshold+Cascade)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1371600"/>
            <a:ext cx="1371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9400"/>
                </a:solidFill>
              </a:rPr>
              <a:t>Rule-based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37160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AAAAAA"/>
                </a:solidFill>
              </a:rPr>
              <a:t>Encodes 3GPP SLA directly. 100% interpretable. Catches congestion chains, timeout storms.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965960"/>
            <a:ext cx="228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B4D8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65960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One-Class SVM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1965960"/>
            <a:ext cx="1371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9400"/>
                </a:solidFill>
              </a:rPr>
              <a:t>Kernel / 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196596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AAAAAA"/>
                </a:solidFill>
              </a:rPr>
              <a:t>Non-linear normal region in kernel space. Complements IF where normal cluster is compact.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2560320"/>
            <a:ext cx="228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B4D8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560320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LOF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2560320"/>
            <a:ext cx="1371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9400"/>
                </a:solidFill>
              </a:rPr>
              <a:t>Density / local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256032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AAAAAA"/>
                </a:solidFill>
              </a:rPr>
              <a:t>Local Outlier Factor — catches cells 3σ below peer cluster even if globally OK.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3154680"/>
            <a:ext cx="228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B4D8"/>
                </a:solidFill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154680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Elliptic Envelope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3154680"/>
            <a:ext cx="1371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9400"/>
                </a:solidFill>
              </a:rPr>
              <a:t>Mahalanobis / Gaussian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315468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AAAAAA"/>
                </a:solidFill>
              </a:rPr>
              <a:t>Fastest interpretable baseline. Sanity-checks the ML methods.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3749039"/>
            <a:ext cx="228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B4D8"/>
                </a:solidFill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749039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LSTM Autoencoder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51760" y="3749039"/>
            <a:ext cx="1371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9400"/>
                </a:solidFill>
              </a:rPr>
              <a:t>Deep learning / sequence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3749039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AAAAAA"/>
                </a:solidFill>
              </a:rPr>
              <a:t>Only method that catches procedure-ORDER violations (e.g., PDU before Auth).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B4D8"/>
                </a:solidFill>
              </a:rPr>
              <a:t>📊  KPI Anomaly Detection — 6-Method Ensemble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77240"/>
            <a:ext cx="228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B4D8"/>
                </a:solidFill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Threshold Violation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777240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9400"/>
                </a:solidFill>
              </a:rPr>
              <a:t>Rule-based / 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777240"/>
            <a:ext cx="4480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AAAAAA"/>
                </a:solidFill>
              </a:rPr>
              <a:t>Per-row check vs warning/critical. Encodes 3GPP/ITU-T SLA. Zero false positives for known limits.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371600"/>
            <a:ext cx="228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B4D8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Peer Comparison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1371600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9400"/>
                </a:solidFill>
              </a:rPr>
              <a:t>Statistical / cross-cell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371600"/>
            <a:ext cx="4480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AAAAAA"/>
                </a:solidFill>
              </a:rPr>
              <a:t>Z-score vs fleet. Catches underperforming cells within threshold but 3σ below peers.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965960"/>
            <a:ext cx="228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B4D8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65960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Trend (LinReg)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1965960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9400"/>
                </a:solidFill>
              </a:rPr>
              <a:t>Statistical / temporal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1965960"/>
            <a:ext cx="4480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AAAAAA"/>
                </a:solidFill>
              </a:rPr>
              <a:t>Slope &gt; 0.5 unit/hr = actionable even if still 'green'. Early warning for degradation.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2560320"/>
            <a:ext cx="228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B4D8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560320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IQR (Tukey Fence)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2560320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9400"/>
                </a:solidFill>
              </a:rPr>
              <a:t>Robust / distribution-free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560320"/>
            <a:ext cx="4480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AAAAAA"/>
                </a:solidFill>
              </a:rPr>
              <a:t>No Gaussian assumption. Works on skewed KPIs (PRB right-skewed, CQI during interference left-skewed).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3154680"/>
            <a:ext cx="228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B4D8"/>
                </a:solidFill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154680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CUSUM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3154680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9400"/>
                </a:solidFill>
              </a:rPr>
              <a:t>Sequential / change-point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3154680"/>
            <a:ext cx="4480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AAAAAA"/>
                </a:solidFill>
              </a:rPr>
              <a:t>Accumulates small deviations. Catches RRC SR 99.5%→98.2% drift before any threshold fires.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3749039"/>
            <a:ext cx="228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B4D8"/>
                </a:solidFill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749039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Bollinger Bands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51760" y="3749039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9400"/>
                </a:solidFill>
              </a:rPr>
              <a:t>Rolling envelope / burst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3749039"/>
            <a:ext cx="4480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AAAAAA"/>
                </a:solidFill>
              </a:rPr>
              <a:t>Catches sudden spikes invisible to trend methods. Window=5 gives local context.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B4D8"/>
                </a:solidFill>
              </a:rPr>
              <a:t>🤖  LLM Explainer — RAG over 3GPP Specifications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77240"/>
            <a:ext cx="1188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B4D8"/>
                </a:solidFill>
              </a:rPr>
              <a:t>1  Anomaly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777240"/>
            <a:ext cx="4389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procedure + severity + failure_causes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0" y="777240"/>
            <a:ext cx="2834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AAAAAA"/>
                </a:solidFill>
              </a:rPr>
              <a:t>Input to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325880"/>
            <a:ext cx="1188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B4D8"/>
                </a:solidFill>
              </a:rPr>
              <a:t>2  Query 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325880"/>
            <a:ext cx="4389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natural-language query from anomaly fields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325880"/>
            <a:ext cx="2834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AAAAAA"/>
                </a:solidFill>
              </a:rPr>
              <a:t>_build_query()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874519"/>
            <a:ext cx="1188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B4D8"/>
                </a:solidFill>
              </a:rPr>
              <a:t>3  Retrieve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74519"/>
            <a:ext cx="4389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FAISS cosine search → top-5 3GPP spec chunks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1874519"/>
            <a:ext cx="2834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AAAAAA"/>
                </a:solidFill>
              </a:rPr>
              <a:t>all-MiniLM-L6-v2 embeddings (80 MB)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423160"/>
            <a:ext cx="1188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B4D8"/>
                </a:solidFill>
              </a:rPr>
              <a:t>4  Prompt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423160"/>
            <a:ext cx="4389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anomaly + spec context → structured JSON prompt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423160"/>
            <a:ext cx="2834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AAAAAA"/>
                </a:solidFill>
              </a:rPr>
              <a:t>_build_prompt()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2971800"/>
            <a:ext cx="1188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B4D8"/>
                </a:solidFill>
              </a:rPr>
              <a:t>5  LLM Call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2971800"/>
            <a:ext cx="4389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Ollama (phi3:mini / llama3.2 / mistral fallback chain)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2971800"/>
            <a:ext cx="2834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AAAAAA"/>
                </a:solidFill>
              </a:rPr>
              <a:t>temperature=0.2, num_predict=600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3520440"/>
            <a:ext cx="1188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B4D8"/>
                </a:solidFill>
              </a:rPr>
              <a:t>6  Fallback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520440"/>
            <a:ext cx="4389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rule-based explanation from retrieved chunks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3520440"/>
            <a:ext cx="2834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AAAAAA"/>
                </a:solidFill>
              </a:rPr>
              <a:t>if Ollama unavailable — still uses real 3GPP content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4069079"/>
            <a:ext cx="1188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B4D8"/>
                </a:solidFill>
              </a:rPr>
              <a:t>7  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069079"/>
            <a:ext cx="4389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hypothesis · citations · investigation_hints · source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4069079"/>
            <a:ext cx="2834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AAAAAA"/>
                </a:solidFill>
              </a:rPr>
              <a:t>Displayed in dashboard + returned by 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4663440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9400"/>
                </a:solidFill>
              </a:rPr>
              <a:t>Knowledge base: 38 curated 3GPP spec chunks (TS 24.501 · 38.413 · 38.331 · 38.473 · 38.463 · 38.423 · 38.913)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B4D8"/>
                </a:solidFill>
              </a:rPr>
              <a:t>🌐  Output Interfaces — Dashboard · REST API ·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7724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DC653"/>
                </a:solidFill>
              </a:rPr>
              <a:t>▶  Streamlit Dashboard  —  make dev  →  http://localhost:8501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8046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FFFF"/>
                </a:solidFill>
              </a:rPr>
              <a:t>• Upload PCAP or KPI 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53312"/>
            <a:ext cx="8046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FFFF"/>
                </a:solidFill>
              </a:rPr>
              <a:t>• 6 protocol tabs + failure cause breakdown + IE inspector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9344"/>
            <a:ext cx="8046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FFFF"/>
                </a:solidFill>
              </a:rPr>
              <a:t>• 6-detector method comparison matrix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65376"/>
            <a:ext cx="8046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FFFF"/>
                </a:solidFill>
              </a:rPr>
              <a:t>• LLM explanation with 3GPP citations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395728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DC653"/>
                </a:solidFill>
              </a:rPr>
              <a:t>▶  FastAPI REST API  —  make api  →  http://localhost:8000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15768"/>
            <a:ext cx="8046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FFFF"/>
                </a:solidFill>
              </a:rPr>
              <a:t>• POST /analyze/pcap  — upload PCAP, returns 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71800"/>
            <a:ext cx="8046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FFFF"/>
                </a:solidFill>
              </a:rPr>
              <a:t>• POST /analyze/kpi   — upload KPI file, returns JSON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27832"/>
            <a:ext cx="8046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FFFF"/>
                </a:solidFill>
              </a:rPr>
              <a:t>• GET  /analyze/{job_id}  — retrieve cached 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483864"/>
            <a:ext cx="8046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FFFF"/>
                </a:solidFill>
              </a:rPr>
              <a:t>• GET  /health  — Ollama status + version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4014216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DC653"/>
                </a:solidFill>
              </a:rPr>
              <a:t>▶  CLI Pipeline Runner  —  python -m src.orchestrator.pipeline --input file.pcap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334256"/>
            <a:ext cx="8046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FFFF"/>
                </a:solidFill>
              </a:rPr>
              <a:t>• Auto-detects PCAP vs KPI from file extension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590288"/>
            <a:ext cx="8046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FFFF"/>
                </a:solidFill>
              </a:rPr>
              <a:t>• --no-llm flag skips LLM (fast mode)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846320"/>
            <a:ext cx="8046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FFFF"/>
                </a:solidFill>
              </a:rPr>
              <a:t>• --output report.json writes JSON report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102352"/>
            <a:ext cx="8046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FFFF"/>
                </a:solidFill>
              </a:rPr>
              <a:t>• Used in CI tests + batch processing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B4D8"/>
                </a:solidFill>
              </a:rPr>
              <a:t>✅  Test Results — 20 Tests, All Passing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2296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B4D8"/>
                </a:solidFill>
              </a:rPr>
              <a:t>test_walking_skeleton.py  (4 tests)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DC653"/>
                </a:solidFill>
              </a:rPr>
              <a:t>✅  parse_pcap_stub returns correct keys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DC653"/>
                </a:solidFill>
              </a:rPr>
              <a:t>✅  detect_anomalies_stub returns anomaly 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DC653"/>
                </a:solidFill>
              </a:rPr>
              <a:t>✅  explain_anomaly_stub returns citations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DC653"/>
                </a:solidFill>
              </a:rPr>
              <a:t>✅  Full stub pipeline runs end-to-end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5603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B4D8"/>
                </a:solidFill>
              </a:rPr>
              <a:t>test_real_pipeline.py  (16 tests)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DC653"/>
                </a:solidFill>
              </a:rPr>
              <a:t>✅  Real PCAP parser — keys, procedures, schema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DC653"/>
                </a:solidFill>
              </a:rPr>
              <a:t>✅  Real PCAP detectors — 6 detectors return correct dict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7472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DC653"/>
                </a:solidFill>
              </a:rPr>
              <a:t>✅  Real KPI parser — keys, KPI columns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749039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DC653"/>
                </a:solidFill>
              </a:rPr>
              <a:t>✅  Real KPI detectors — schema validated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02336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DC653"/>
                </a:solidFill>
              </a:rPr>
              <a:t>✅  RAG retriever — chunks, relevance ordering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29768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DC653"/>
                </a:solidFill>
              </a:rPr>
              <a:t>✅  LLM explainer — rule-based output schema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57200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DC653"/>
                </a:solidFill>
              </a:rPr>
              <a:t>✅  Orchestrator run_pcap_pipeline() end-to-end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84632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DC653"/>
                </a:solidFill>
              </a:rPr>
              <a:t>✅  Orchestrator run_kpi_pipeline() end-to-end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12064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DC653"/>
                </a:solidFill>
              </a:rPr>
              <a:t>✅  run_pipeline() auto-detects file type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B4D8"/>
                </a:solidFill>
              </a:rPr>
              <a:t>🎯  Reviewer Q&amp;A — Anticipated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77240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9400"/>
                </a:solidFill>
              </a:rPr>
              <a:t>Q: Why 6 detectors instead of 1?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FFFFFF"/>
                </a:solidFill>
              </a:rPr>
              <a:t>A: No single method catches all anomaly types. IF+SVM are global; LOF is local. Threshold is deterministic; ML adapts. LSTM catches sequences. Multi-detector agreement = higher confidence. See Method Comparison Matrix in the dashboard.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691640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9400"/>
                </a:solidFill>
              </a:rPr>
              <a:t>Q: Why Ollama (local LLM) not OpenAI?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65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FFFFFF"/>
                </a:solidFill>
              </a:rPr>
              <a:t>A: Telecom data is sensitive — operator configurations, failure rates, cell IDs cannot leave the premises. Local Ollama keeps all data on-site. Rule-based fallback ensures the system works even without GPU/model.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606040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9400"/>
                </a:solidFill>
              </a:rPr>
              <a:t>Q: Why FAISS for RAG, not a vector DB?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FFFFFF"/>
                </a:solidFill>
              </a:rPr>
              <a:t>A: Corpus is small (38 spec chunks). FAISS is in-process, zero infra, sub-millisecond retrieval. A vector DB (Pinecone, Weaviate) adds operational complexity with no benefit at this scale.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3520440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9400"/>
                </a:solidFill>
              </a:rPr>
              <a:t>Q: Why pyshark over scapy for PCAP?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94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FFFFFF"/>
                </a:solidFill>
              </a:rPr>
              <a:t>A: Pyshark wraps Wireshark's tshark — provides full 3GPP ASN.1 dissection of NAS/NGAP/RRC out of the box. Scapy has no 5G-NR dissectors; we'd need to implement ASN.1 decoding from scratch. See PCAP_Parsing_Methods.pptx.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2DC653"/>
                </a:solidFill>
              </a:rPr>
              <a:t>Project Complete 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74980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FFFFF"/>
                </a:solidFill>
              </a:rPr>
              <a:t>✅  6 × 3GPP protocols parsed (NAS · NGAP · RRC · F1AP · E1AP · XnAP)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21408"/>
            <a:ext cx="74980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FFFFF"/>
                </a:solidFill>
              </a:rPr>
              <a:t>✅  6 × PCAP anomaly detectors + 6 × KPI anomaly detectors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05456"/>
            <a:ext cx="74980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FFFFF"/>
                </a:solidFill>
              </a:rPr>
              <a:t>✅  RAG pipeline: 38 spec chunks · FAISS · MiniLM · Ollama (phi3:mini)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89504"/>
            <a:ext cx="74980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FFFFF"/>
                </a:solidFill>
              </a:rPr>
              <a:t>✅  Streamlit dashboard with method comparison matrices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73552"/>
            <a:ext cx="74980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FFFFF"/>
                </a:solidFill>
              </a:rPr>
              <a:t>✅  FastAPI REST API (POST /analyze/pcap, POST /analyze/kpi)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74980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FFFFF"/>
                </a:solidFill>
              </a:rPr>
              <a:t>✅  CLI orchestrator pipeline runner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041648"/>
            <a:ext cx="74980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FFFFF"/>
                </a:solidFill>
              </a:rPr>
              <a:t>✅  20 tests passing — stub + real integration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425696"/>
            <a:ext cx="74980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FFFFF"/>
                </a:solidFill>
              </a:rPr>
              <a:t>✅  4 reviewer PPTs (PCAP methods, KPI methods, this deck)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