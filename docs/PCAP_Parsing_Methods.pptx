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6568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5G PCAP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Methods · Results · Why We Chose pyshark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D3E0"/>
                </a:solidFill>
              </a:rPr>
              <a:t>Unified Telecom Analyzer  |  Reviewer Briefing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AD3E0"/>
                </a:solidFill>
              </a:rPr>
              <a:t>3GPP TS 24.501 · 38.413 · 38.331 · 38.473 · 38.463 · 38.423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6840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93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What is PCAP and why does 5G parsing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19072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4447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9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4 Parsing Methods —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95144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2054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45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Method 1: pyshark  (Wireshark wrapper)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71216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9661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20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Method 2: scapy  (Raw packet crafting)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47288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268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980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Method 3: dpkt  (Lightweight C bindings)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487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4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Method 4: asn1tools  (Pure ASN.1 decoder)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99432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24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50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Head-to-head Comparison 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75504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0090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26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Why we chose pyshark — Decision Rationale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51576"/>
            <a:ext cx="50292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7697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02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Live Result Demo —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What is PCAP — and why is 5G parsing hard?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PCAP (Packet Capture)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• Network traffic captured at wire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• Contains Ethernet → IP → UDP/SCTP → App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946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• Standard format: .pcap / .pcapng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1693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• Tool: tcpdump, Wireshark, tshark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6440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7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In 5G networks, the application layer carries: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  NAS, NGAP, RRC, F1AP, E1AP, XnAP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0682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5429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These are encoded in binary ASN.1 / 3GPP 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0176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3E0"/>
                </a:solidFill>
              </a:rPr>
              <a:t>format — NOT plain text, NOT HTTP/JSON.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669280" cy="512064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5G Protocol Stack in a PCAP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19202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583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NAS   (TS 24.501)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21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5GMM + 5GSM — UE ↔ 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42032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58013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NGAP  (TS 38.413)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43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N2 interface — gNB ↔ AMF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163824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0192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RRC   (TS 38.331)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265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Uu interface — UE ↔ gNB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85616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82371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F1AP  (TS 38.473)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887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F1 interface — DU ↔ CU-CP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07408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44550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E1AP  (TS 38.463)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509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E1 interface — CU-CP ↔ CU-UP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029200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06730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XnAP  (TS 38.423)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130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Xn interface — gNB ↔ gNB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4 Approaches to 5G PCAP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pyshark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Wireshark wrapper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Full 3GPP dissectors built-in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74320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scapy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Raw packet crafting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IP/UDP only — 5G: manual bytes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25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dpkt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C-speed bindings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Transport layer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188720"/>
            <a:ext cx="274320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88720"/>
            <a:ext cx="2743200" cy="1097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325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476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asn1tools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Pure ASN.1 decoder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</a:rPr>
              <a:t>Spec-accurate but very complex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AD3E0"/>
                </a:solidFill>
              </a:rPr>
              <a:t>We evaluated all four before selecting the method for this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pyshark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3E0"/>
                </a:solidFill>
              </a:rPr>
              <a:t>Wireshark / tshark wrapper — full 3GPP dissector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760720" cy="24231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760720" cy="29260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import pyshark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cap = pyshark.FileCapture('test.pcap',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0370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  display_filter='ngap or nas-5gs')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for pkt in cap: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proc = pkt.ngap.procedurecode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cause = pkt.nas_5gs.mm.cause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print(proc, cause)  # decoded field names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274320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Full NAS/NGAP/RRC/F1AP/E1AP/XnAP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27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Real 3GPP field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IE extraction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955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20-year community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9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Low setup (just tshark)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840480"/>
            <a:ext cx="283464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343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Slow (spawns tshark process)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727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Requires tshark installed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111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Not pure 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486400" cy="52578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2618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Actual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NAS decoded: Registration, Auth,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30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SecurityMode, PDU Session,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94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Deregistration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083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NGAP decoded: InitialContextSetup,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PDUSessionResourceSetup,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UEContextRelease, Handover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640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F1AP / E1AP / XnAP: all procedures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418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with cause IEs extracted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080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519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Dashboard: 6 protocol tabs,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958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IE inspector, failure cause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7397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breakdown — all working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</a:rPr>
              <a:t>scapy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3E0"/>
                </a:solidFill>
              </a:rPr>
              <a:t>Raw packet crafting library — IP/UDP, no 5G protocol awareness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760720" cy="24231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760720" cy="29260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from scapy.all import rdpcap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pkts = rdpcap('test.pcap')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0370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for pkt in pkts: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if pkt.haslayer('UDP'):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raw = bytes(pkt['UDP'].payload)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# raw = b'\x7e\x00\x41...'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# Must parse 5G manually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274320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Fast, pure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27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Ethernet/IP/UDP/SCTP 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Good packet crafting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955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external tools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840480"/>
            <a:ext cx="283464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5G protocol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27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Raw bytes only for NAS/NGAP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11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Manual TLV/ASN.1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495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~3000 lines to replicate pyshark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486400" cy="52578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2618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Actual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NAS: raw bytes b'\x7e\x00...'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30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No procedure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94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No IE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083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NGAP: b'\x00\x15\x00...'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ASN.1 PER — unreadable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without custom decoder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640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F1AP / E1AP / XnAP: same 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418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080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IP/UDP headers: src/dst IP,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519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ports, timestamps — fine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958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7397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Verdict: usable as fallback for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78364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raw discriminator matching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166"/>
                </a:solidFill>
              </a:rPr>
              <a:t>dpkt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3E0"/>
                </a:solidFill>
              </a:rPr>
              <a:t>Lightweight C bindings — transport layer only, maximum 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760720" cy="24231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760720" cy="29260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import dpkt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with open('test.pcap', 'rb') as 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0370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pcap = dpkt.pcap.Reader(f)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for ts, buf in pcap: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eth = dpkt.ethernet.Ethernet(buf)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payload = eth.ip.udp.data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   # payload = raw 5G bytes, no decode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274320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Fastest parser (C bindings)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27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Minimal memory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Ethernet/IP/TCP/UDP/SCTP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955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dependencies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840480"/>
            <a:ext cx="283464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Zero 5G protocol 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27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application layer decode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11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More limited than scapy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495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active development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486400" cy="52578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2618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Actual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5G protocols: completely opaque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30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bytes after UDP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94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083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No NAS/NGAP/RRC/F1AP/E1AP/XnAP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Transport metadata only: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timestamps, src/dst IP,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640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packet sizes, flow info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418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Use case: high-speed packet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080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counting / flow statistics only.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519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Not suitable for 5G signaling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958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analysis at all.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7397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78364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Verdict: eliminated 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76F"/>
                </a:solidFill>
              </a:rPr>
              <a:t>asn1tools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3E0"/>
                </a:solidFill>
              </a:rPr>
              <a:t>Pure ASN.1 decoder — spec-accurate but complex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760720" cy="242316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760720" cy="29260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import asn1tools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# Need .asn schema file per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0370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ngap = asn1tools.compile_files(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['NGAP-PDU-Descriptions.asn',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     'NGAP-IEs.asn', ...])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decoded = ngap.decode('NGAP-PDU', raw)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F78"/>
                </a:solidFill>
              </a:rPr>
              <a:t># NAS: custom TLV — asn1tools can't help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274320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 Pros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100% spec-accurate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27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Full IE typing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Works for NGAP/RRC/F1AP/E1AP/XnAP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955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No tshark dependency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840480"/>
            <a:ext cx="2834640" cy="26517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❌  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43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15+ ASN.1 schema files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727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NAS uses custom TLV — not ASN.1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11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Schema version management (Rel-15/16/17)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495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• Very high setup complexity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486400" cy="525780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2618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Actual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NGAP decoded perfectly from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30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ASN.1 PER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94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083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 RRC / F1AP / E1AP / XnAP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decodable IF schemas present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NAS (TS 24.501): custom binary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6402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TLV encoding — NOT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ASN.1 — needs separate parser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418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080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 Setup: 15+ .asn files, schema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519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version tracking across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9585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    3GPP Rel-15/16/17/18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73974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78364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Verdict: too complex for 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8275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scope; Wireshark does this for 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Head-to-Head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0116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143000"/>
            <a:ext cx="182880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170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NAS/NGAP/RRC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164592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704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F1/E1/XnAP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143000"/>
            <a:ext cx="182880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170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IE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143000"/>
            <a:ext cx="146304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1704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143000"/>
            <a:ext cx="146304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1704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00200"/>
            <a:ext cx="201168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600200"/>
            <a:ext cx="64008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1676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pyshark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1600200"/>
            <a:ext cx="182880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167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600200"/>
            <a:ext cx="164592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8" y="1676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600200"/>
            <a:ext cx="182880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8" y="1676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1600200"/>
            <a:ext cx="146304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8" y="167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🟡 Slow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600200"/>
            <a:ext cx="146304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167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🟢 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58568"/>
            <a:ext cx="201168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258568"/>
            <a:ext cx="64008" cy="5943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334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258568"/>
            <a:ext cx="182880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23347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Raw bytes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2258568"/>
            <a:ext cx="16459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2334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Raw bytes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2258568"/>
            <a:ext cx="182880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6168" y="23347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Manual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2258568"/>
            <a:ext cx="146304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4968" y="2334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🟢 Fast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258568"/>
            <a:ext cx="146304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8008" y="2334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🟢 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916936"/>
            <a:ext cx="201168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2916936"/>
            <a:ext cx="64008" cy="5943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299313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dpkt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2916936"/>
            <a:ext cx="182880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41448" y="29931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None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2916936"/>
            <a:ext cx="164592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0248" y="29931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None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2916936"/>
            <a:ext cx="182880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29931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❌ 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2916936"/>
            <a:ext cx="146304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44968" y="29931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Fastest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2916936"/>
            <a:ext cx="1463040" cy="59436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8008" y="29931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🟢 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575304"/>
            <a:ext cx="201168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3575304"/>
            <a:ext cx="64008" cy="594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365150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asn1tools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31720" y="3575304"/>
            <a:ext cx="182880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41448" y="36515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3575304"/>
            <a:ext cx="16459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0248" y="36515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3575304"/>
            <a:ext cx="182880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16168" y="36515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✅ Full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35240" y="3575304"/>
            <a:ext cx="146304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44968" y="36515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🟡 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98280" y="3575304"/>
            <a:ext cx="146304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08008" y="36515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🔴 V.High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434840"/>
            <a:ext cx="11430000" cy="640080"/>
          </a:xfrm>
          <a:prstGeom prst="rect">
            <a:avLst/>
          </a:prstGeom>
          <a:solidFill>
            <a:srgbClr val="00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480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🏆  pyshark wins for 5G telecom: only method with out-of-the-box support for all 6 3GPP interfaces AND full IE extraction.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2578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3E0"/>
                </a:solidFill>
              </a:rPr>
              <a:t>• IE = Information Element (3GPP spec-defined fields inside each message)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5778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3E0"/>
                </a:solidFill>
              </a:rPr>
              <a:t>• Setup = effort to get the parser working with real 5G captures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8978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3E0"/>
                </a:solidFill>
              </a:rPr>
              <a:t>• Speed measured on a 10k-packet 5G PCAP on a standard laptop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Why We Chose pyshark — Decision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987552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4008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704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3GPP Dissectors Built-in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Wireshark's dissectors have been maintained by the 3GPP/telecom community for 20+ years. NAS/NGAP/RRC/F1AP/E1AP/XnAP all work out of the box — no custom code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76272"/>
            <a:ext cx="11430000" cy="987552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76272"/>
            <a:ext cx="64008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9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Real Field Names from the 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pkt.ngap.procedurecode, pkt.nas_5gs.mm.cause — exact names from 3GPP specs. scapy/dpkt give raw bytes; we'd need to re-implement the entire dissector ourselves.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55264"/>
            <a:ext cx="11430000" cy="987552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55264"/>
            <a:ext cx="64008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02152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021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284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IE Extraction Without ASN.1 Schemas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12464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asn1tools needs 15+ .asn schema files across 6 protocols. Managing schema versions across 3GPP releases (Rel-15/16/17) would be a project in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34256"/>
            <a:ext cx="11430000" cy="987552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34256"/>
            <a:ext cx="64008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81144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81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07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NAS Uses Custom Binary — Not Pure ASN.1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9145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NAS 5GMM/5GSM messages use a 3GPP-specific TLV encoding (TS 24.007), not standard ASN.1. asn1tools can't decode it natively. pyshark handles it transparently.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13248"/>
            <a:ext cx="11430000" cy="987552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413248"/>
            <a:ext cx="64008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660136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660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Fallback for Synthetic PCAPs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7044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3E0"/>
                </a:solidFill>
              </a:rPr>
              <a:t>When pyshark/tshark is unavailable (CI, containers), our raw discriminator-based fallback (scapy + single-byte protocol ID) keeps the parser functional.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88952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Live Result — What pyshark Gives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48640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pyshark Parser Output (real PCAP)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Protocol  : NAS (5GMM)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Procedure : NAS_Registration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Role      :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408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UE ID     : 0x1234ABCD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968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IEs extracted: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  • 5GMM cause       = Congestion (#22)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  • Registration type = Initial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649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  • SUCI             = [present]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210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  • UE security cap  = [present]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770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330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Protocol  : NGAP (N2)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Procedure : InitialContextSetup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Cause IE  : radio-resources-not-available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0118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5721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Protocol  : F1AP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132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Procedure : UEContextSetup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Role      :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25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Cause     : procedure-cancelled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143000"/>
            <a:ext cx="5669280" cy="530352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704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scapy / dpkt Output (same PCAP)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727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src_ip   : 192.168.1.10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8288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dst_ip   : 10.0.0.1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08483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src_port : 38412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34086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dst_port : 38412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5968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>payload  : b'\x7e\x00\x41\x00\x0a\x00...'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5292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0896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That's it. Raw bytes.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36499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To get 'NAS_Registration' from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210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you need to: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8770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1330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1. Check byte[0] == 0x7e  → 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3891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2. Check byte[2] == 0x41  → Registration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3. Parse TLV IEs manually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9011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   per TS 24.501 Table 8.2.1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1572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4. Repeat for NGAP (ASN.1 PER)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413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5. Repeat for RRC  (ASN.1 UNALIGNED)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6692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6. Repeat for F1AP, E1AP, XnAP...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92531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E0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1813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</a:rPr>
              <a:t># ~3000 lines of custom code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PCAP parsing for 5G is non-trivial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6 protocols, binary ASN.1/TLV encoding, 3GPP-specific IE structures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methods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0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pyshark · scapy · dpkt · asn1tools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55264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pyshark 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Only method with full out-of-the-box 3GPP dissection + IE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42816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428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Result on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NAS · NGAP · RRC · F1AP · E1AP · XnAP — all parsed, IEs extracted, procedures tracked, anomalies detected by 6-detector ensemble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30368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30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Fallback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32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</a:rPr>
              <a:t>Raw discriminator parsing (scapy-style) for CI/container environments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Unified Telecom Analyzer  |  github.com/vikasrai-tech/telecom-analyzer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